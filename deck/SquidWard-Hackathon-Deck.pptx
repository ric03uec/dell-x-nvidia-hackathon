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12192000" cy="685800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BDB63DB-AD02-4E4E-BEF0-E551BF26FBBE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F986345-CF4F-4DC5-B2C7-0E980E8A2B6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D11A87A9-0DB3-46E9-A7C9-77674B2E8D0C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" name=""/>
          <p:cNvPicPr/>
          <p:nvPr/>
        </p:nvPicPr>
        <p:blipFill>
          <a:blip r:embed="rId1"/>
          <a:stretch/>
        </p:blipFill>
        <p:spPr>
          <a:xfrm>
            <a:off x="0" y="0"/>
            <a:ext cx="12192120" cy="68580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"/>
          <p:cNvPicPr/>
          <p:nvPr/>
        </p:nvPicPr>
        <p:blipFill>
          <a:blip r:embed="rId1"/>
          <a:stretch/>
        </p:blipFill>
        <p:spPr>
          <a:xfrm>
            <a:off x="0" y="0"/>
            <a:ext cx="12192120" cy="68580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"/>
          <p:cNvPicPr/>
          <p:nvPr/>
        </p:nvPicPr>
        <p:blipFill>
          <a:blip r:embed="rId1"/>
          <a:stretch/>
        </p:blipFill>
        <p:spPr>
          <a:xfrm>
            <a:off x="0" y="0"/>
            <a:ext cx="12192120" cy="68580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"/>
          <p:cNvPicPr/>
          <p:nvPr/>
        </p:nvPicPr>
        <p:blipFill>
          <a:blip r:embed="rId1"/>
          <a:stretch/>
        </p:blipFill>
        <p:spPr>
          <a:xfrm>
            <a:off x="0" y="0"/>
            <a:ext cx="12192120" cy="68580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"/>
          <p:cNvPicPr/>
          <p:nvPr/>
        </p:nvPicPr>
        <p:blipFill>
          <a:blip r:embed="rId1"/>
          <a:stretch/>
        </p:blipFill>
        <p:spPr>
          <a:xfrm>
            <a:off x="0" y="0"/>
            <a:ext cx="12192120" cy="68580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"/>
          <p:cNvPicPr/>
          <p:nvPr/>
        </p:nvPicPr>
        <p:blipFill>
          <a:blip r:embed="rId1"/>
          <a:stretch/>
        </p:blipFill>
        <p:spPr>
          <a:xfrm>
            <a:off x="0" y="0"/>
            <a:ext cx="12192120" cy="68580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"/>
          <p:cNvPicPr/>
          <p:nvPr/>
        </p:nvPicPr>
        <p:blipFill>
          <a:blip r:embed="rId1"/>
          <a:stretch/>
        </p:blipFill>
        <p:spPr>
          <a:xfrm>
            <a:off x="0" y="0"/>
            <a:ext cx="12192120" cy="68580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"/>
          <p:cNvPicPr/>
          <p:nvPr/>
        </p:nvPicPr>
        <p:blipFill>
          <a:blip r:embed="rId1"/>
          <a:stretch/>
        </p:blipFill>
        <p:spPr>
          <a:xfrm>
            <a:off x="0" y="0"/>
            <a:ext cx="12192120" cy="68580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"/>
          <p:cNvPicPr/>
          <p:nvPr/>
        </p:nvPicPr>
        <p:blipFill>
          <a:blip r:embed="rId1"/>
          <a:stretch/>
        </p:blipFill>
        <p:spPr>
          <a:xfrm>
            <a:off x="0" y="0"/>
            <a:ext cx="12192120" cy="68580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"/>
          <p:cNvPicPr/>
          <p:nvPr/>
        </p:nvPicPr>
        <p:blipFill>
          <a:blip r:embed="rId1"/>
          <a:stretch/>
        </p:blipFill>
        <p:spPr>
          <a:xfrm>
            <a:off x="0" y="0"/>
            <a:ext cx="12192120" cy="68580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LibreOffice/26.2.4.2$Linux_X86_64 LibreOffice_project/620$Build-2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dcterms:modified xsi:type="dcterms:W3CDTF">2026-07-26T19:09:33Z</dcterms:modified>
  <cp:revision>1</cp:revision>
  <dc:subject/>
  <dc:title/>
</cp:coreProperties>
</file>